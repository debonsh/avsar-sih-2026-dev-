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deckmedia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51376"/>
            <a:ext cx="12188952" cy="2578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4" name="Image 1" descr="/tmp/opencode/deckmedia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1417320" cy="3291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77640" y="109728"/>
            <a:ext cx="4251960" cy="566928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977640" y="109728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100" dirty="0"/>
          </a:p>
        </p:txBody>
      </p:sp>
      <p:pic>
        <p:nvPicPr>
          <p:cNvPr id="7" name="Image 2" descr="/tmp/opencode/deckmedia/ppt/media/image-1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6576"/>
            <a:ext cx="548640" cy="6217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6768" y="45720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65760" y="841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365760" y="128016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48640" y="13898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Vite · Tailwind CSS 4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1847088"/>
            <a:ext cx="4343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19156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DB: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Postgres · Auth · Storage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2372868"/>
            <a:ext cx="4343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24414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+ Gemini — optional, offline fallback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2898648"/>
            <a:ext cx="4343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48640" y="29672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CDN — PWA, low-bandwidth mode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424428"/>
            <a:ext cx="4343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" y="3493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4 portals · JWT · row-level policies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160520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21" name="Image 3" descr="/tmp/opencode/logos/rea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26110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160520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029968" y="4160520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24" name="Image 4" descr="/tmp/opencode/logos/v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7984" y="4261104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505456" y="4160520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694176" y="4160520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27" name="Image 5" descr="/tmp/opencode/logos/tailwindc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426110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69664" y="4160520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365760" y="4727448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30" name="Image 6" descr="/tmp/opencode/logos/sup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828032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1248" y="4727448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2029968" y="4727448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33" name="Image 7" descr="/tmp/opencode/logos/postgresq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28032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505456" y="4727448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3694176" y="4727448"/>
            <a:ext cx="1554480" cy="493776"/>
          </a:xfrm>
          <a:prstGeom prst="roundRect">
            <a:avLst>
              <a:gd name="adj" fmla="val 12963"/>
            </a:avLst>
          </a:prstGeom>
          <a:solidFill>
            <a:srgbClr val="F1F5F9"/>
          </a:solidFill>
          <a:ln w="12700">
            <a:solidFill>
              <a:srgbClr val="C9D6E2"/>
            </a:solidFill>
            <a:prstDash val="solid"/>
          </a:ln>
        </p:spPr>
      </p:sp>
      <p:pic>
        <p:nvPicPr>
          <p:cNvPr id="36" name="Image 8" descr="/tmp/opencode/logos/verc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2192" y="4828032"/>
            <a:ext cx="292608" cy="2926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169664" y="4727448"/>
            <a:ext cx="10241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5577840" y="841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</a:t>
            </a:r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5532120" y="1280160"/>
            <a:ext cx="629107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5756148" y="1481328"/>
            <a:ext cx="1371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5865876" y="1609344"/>
            <a:ext cx="25603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811012" y="170078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· roadmap · apply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6441948" y="2313432"/>
            <a:ext cx="0" cy="201168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7246620" y="1481328"/>
            <a:ext cx="1371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7356348" y="1609344"/>
            <a:ext cx="25603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7301484" y="170078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ACADEMICIAN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FDP · mentor · research</a:t>
            </a:r>
            <a:endParaRPr lang="en-US" sz="950" dirty="0"/>
          </a:p>
        </p:txBody>
      </p:sp>
      <p:sp>
        <p:nvSpPr>
          <p:cNvPr id="47" name="Shape 36"/>
          <p:cNvSpPr/>
          <p:nvPr/>
        </p:nvSpPr>
        <p:spPr>
          <a:xfrm>
            <a:off x="7932420" y="2313432"/>
            <a:ext cx="0" cy="201168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8737092" y="1481328"/>
            <a:ext cx="1371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846820" y="1609344"/>
            <a:ext cx="25603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8791956" y="170078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· shortlist · hire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9422892" y="2313432"/>
            <a:ext cx="0" cy="201168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10227564" y="1481328"/>
            <a:ext cx="1371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10337292" y="1609344"/>
            <a:ext cx="25603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10282428" y="170078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· analytics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10913364" y="2313432"/>
            <a:ext cx="0" cy="201168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5806440" y="2651760"/>
            <a:ext cx="5742432" cy="1207008"/>
          </a:xfrm>
          <a:prstGeom prst="roundRect">
            <a:avLst>
              <a:gd name="adj" fmla="val 681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5943600" y="2743200"/>
            <a:ext cx="54681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GRAPH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 →  gap analysis  →  match score  →  verification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= skill overlap + proficiency + verified evidence</a:t>
            </a:r>
            <a:endParaRPr lang="en-US" sz="1500" dirty="0"/>
          </a:p>
        </p:txBody>
      </p:sp>
      <p:sp>
        <p:nvSpPr>
          <p:cNvPr id="58" name="Shape 47"/>
          <p:cNvSpPr/>
          <p:nvPr/>
        </p:nvSpPr>
        <p:spPr>
          <a:xfrm>
            <a:off x="6702552" y="3886200"/>
            <a:ext cx="0" cy="173736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8677656" y="3886200"/>
            <a:ext cx="0" cy="173736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>
            <a:off x="10652760" y="3886200"/>
            <a:ext cx="0" cy="173736"/>
          </a:xfrm>
          <a:prstGeom prst="line">
            <a:avLst/>
          </a:prstGeom>
          <a:noFill/>
          <a:ln w="25400">
            <a:solidFill>
              <a:srgbClr val="F26522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>
            <a:off x="5788152" y="4087368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5843016" y="4087368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Portfolio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QR-verified skills &amp; certs</a:t>
            </a:r>
            <a:endParaRPr lang="en-US" sz="1050" dirty="0"/>
          </a:p>
        </p:txBody>
      </p:sp>
      <p:sp>
        <p:nvSpPr>
          <p:cNvPr id="63" name="Shape 52"/>
          <p:cNvSpPr/>
          <p:nvPr/>
        </p:nvSpPr>
        <p:spPr>
          <a:xfrm>
            <a:off x="7763256" y="4087368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7818120" y="4087368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Matches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their score breakdown</a:t>
            </a:r>
            <a:endParaRPr lang="en-US" sz="1050" dirty="0"/>
          </a:p>
        </p:txBody>
      </p:sp>
      <p:sp>
        <p:nvSpPr>
          <p:cNvPr id="65" name="Shape 54"/>
          <p:cNvSpPr/>
          <p:nvPr/>
        </p:nvSpPr>
        <p:spPr>
          <a:xfrm>
            <a:off x="9738360" y="4087368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9793224" y="4087368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Index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branch-wise dashboards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5715000" y="4919472"/>
            <a:ext cx="5925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portal reads &amp; writes one skill graph — no black-box recommendations, every score is explainable.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2026-09-22T23:04:39Z</dcterms:created>
  <dcterms:modified xsi:type="dcterms:W3CDTF">2026-09-22T23:04:39Z</dcterms:modified>
</cp:coreProperties>
</file>